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6002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8288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the Atlas frontend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pluggable, scalable UI — owned core + one vertical slice per domain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5760720" cy="0"/>
          </a:xfrm>
          <a:prstGeom prst="line">
            <a:avLst/>
          </a:prstGeom>
          <a:noFill/>
          <a:ln w="19050">
            <a:solidFill>
              <a:srgbClr val="1B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663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TypeScript · Vite · Tailwind v3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 · @atlas/core · vertical slices · backend-served i18n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8AA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design review · June 2026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this runs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82296" cy="84124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112264"/>
            <a:ext cx="457200" cy="45720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9628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core    </a:t>
            </a:r>
            <a:pPr indent="0" marL="0">
              <a:buNone/>
            </a:pPr>
            <a:r>
              <a:rPr lang="en-US" sz="135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UIs bloat, the monorepo shape, and the design system you own.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10908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62656"/>
            <a:ext cx="82296" cy="84124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962656"/>
            <a:ext cx="9628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composition    </a:t>
            </a:r>
            <a:pPr indent="0" marL="0">
              <a:buNone/>
            </a:pPr>
            <a:r>
              <a:rPr lang="en-US" sz="135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&amp; panels register themselves; views are data; one frame does the chrome.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1090879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05072"/>
            <a:ext cx="82296" cy="841248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197096"/>
            <a:ext cx="457200" cy="45720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005072"/>
            <a:ext cx="96286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configure    </a:t>
            </a:r>
            <a:pPr indent="0" marL="0">
              <a:buNone/>
            </a:pPr>
            <a:r>
              <a:rPr lang="en-US" sz="135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domains drop in, config is data, and i18n comes from the backend.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5157216"/>
            <a:ext cx="10908792" cy="603504"/>
          </a:xfrm>
          <a:prstGeom prst="rect">
            <a:avLst/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157216"/>
            <a:ext cx="10360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Atlas UI as owned core + vertical slices.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core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3453384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Own the core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5660136"/>
            <a:ext cx="3453384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0" name="Text 8"/>
          <p:cNvSpPr/>
          <p:nvPr/>
        </p:nvSpPr>
        <p:spPr>
          <a:xfrm>
            <a:off x="4367784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Pluggable composition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5488" y="5660136"/>
            <a:ext cx="3453384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8095488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Scale &amp; configure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apps bloat too — the same rot, in the browser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Vite app plus a bought UI kit starts fast — then accretes the familiar weight as domains and teams pile 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257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82296" cy="36576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28600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53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UI accretes weight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components — one screen owns fetch, state, layout &amp; rules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inheritance (BaseWidget → …) nobody dares touch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hard-coded inside components — no reuse, no config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Prop-drilling and sprawling shared state across the tree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chrome (title, resize, i18n) copied per widget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23076" y="2148840"/>
            <a:ext cx="522579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23076" y="2148840"/>
            <a:ext cx="82296" cy="3657600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2" name="Text 10"/>
          <p:cNvSpPr/>
          <p:nvPr/>
        </p:nvSpPr>
        <p:spPr>
          <a:xfrm>
            <a:off x="6597396" y="2286000"/>
            <a:ext cx="47228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compounds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97396" y="2788920"/>
            <a:ext cx="467715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bought UI kit is a dependency you don't fully control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domain edits the same shell — merge pain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seam to migrate a component without a big-bang rewrite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screen means a branch, not an entry in a registry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10th domain costs far more than the 1st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pnpm monorepo — shared core + one package per domain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72768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business domain is a vertical slice: a package owning its UI, data client, and manifest. A thin app shell composes them.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331720"/>
            <a:ext cx="82296" cy="310896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96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packages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926080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92608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@atlas/core — design system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033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@atlas/contracts — types + seed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480560"/>
            <a:ext cx="292608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48056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@atlas/i18n — backend-served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2331720"/>
            <a:ext cx="35661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80560" y="2331720"/>
            <a:ext cx="82296" cy="310896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496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slices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ECF7F1"/>
          </a:solidFill>
          <a:ln w="12700">
            <a:solidFill>
              <a:srgbClr val="CB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9260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slices/commit-capital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703320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ECF7F1"/>
          </a:solidFill>
          <a:ln w="12700">
            <a:solidFill>
              <a:srgbClr val="CBE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70332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slices/coinvestment · appetite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4480560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ECF7F1"/>
          </a:solidFill>
          <a:ln w="12700">
            <a:solidFill>
              <a:srgbClr val="CBE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448056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slices/workspace · deal-pipeline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503920" y="2331720"/>
            <a:ext cx="30449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2331720"/>
            <a:ext cx="82296" cy="3108960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26" name="Text 24"/>
          <p:cNvSpPr/>
          <p:nvPr/>
        </p:nvSpPr>
        <p:spPr>
          <a:xfrm>
            <a:off x="8732520" y="2496312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Shell app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32520" y="2898648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apps/atlas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732520" y="3355848"/>
            <a:ext cx="2587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slices, renders the nav, toggles Mock vs. Live data. Adding a domain is one line in slices.ts.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78224" y="3886200"/>
            <a:ext cx="347472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01584" y="3886200"/>
            <a:ext cx="347472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0080" y="5641848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depend on the shared packages  →  the app shell composes the slices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= the design system you OWN — MUI → Tailwind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943600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38528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props, swappable implementation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561441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slice imports only the stable API: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Button, Meter } from '@atlas/core';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core/index.ts — migrate underneath it: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* from './components/Button'; // Tailwind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was: export * from './legacy'  (MUI)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@atlas/core/legacy keeps the MUI originals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importable for a 1:1 before/after compare.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45994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0" y="1828800"/>
            <a:ext cx="82296" cy="1874520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0" name="Text 8"/>
          <p:cNvSpPr/>
          <p:nvPr/>
        </p:nvSpPr>
        <p:spPr>
          <a:xfrm>
            <a:off x="7205472" y="1975104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— MUI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05472" y="2359152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custom styling layered on MUI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we don't fully control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sx / emotion overrides everywhere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3886200"/>
            <a:ext cx="4599432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0" y="3886200"/>
            <a:ext cx="82296" cy="187452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4" name="Text 12"/>
          <p:cNvSpPr/>
          <p:nvPr/>
        </p:nvSpPr>
        <p:spPr>
          <a:xfrm>
            <a:off x="7205472" y="4032504"/>
            <a:ext cx="4142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— Tailwind (owned)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05472" y="4416552"/>
            <a:ext cx="40965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+ preset owned by core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UI dependency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component-by-component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532120"/>
            <a:ext cx="10908792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5321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Slices import @atlas/core, never MUI — </a:t>
            </a:r>
            <a:pPr indent="0" marL="0">
              <a:buNone/>
            </a:pPr>
            <a:r>
              <a:rPr lang="en-US" sz="12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 is contained behind the API.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composition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3453384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Own the core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5660136"/>
            <a:ext cx="3453384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4367784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Pluggable composition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5488" y="5660136"/>
            <a:ext cx="3453384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2" name="Text 10"/>
          <p:cNvSpPr/>
          <p:nvPr/>
        </p:nvSpPr>
        <p:spPr>
          <a:xfrm>
            <a:off x="8095488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Scale &amp; configure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REGISTRY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shell knows nothing about a slice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126480" cy="393192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38528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shell only consumes the manifest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12848"/>
            <a:ext cx="5797296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apps/atlas/src/slices.ts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type { SliceManifest } from '@atlas/platform';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manifest as commitCapital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'@atlas/slice-commit-capital';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manifest as appetite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'@atlas/slice-appetite';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…deal-pipeline, coinvestment, workspace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registry: add a domain = +1 line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slices: SliceManifest[] = [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commitCapital, appetite, dealPipeline,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coinvestment, workspace,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0" y="1828800"/>
            <a:ext cx="44165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0" y="1828800"/>
            <a:ext cx="82296" cy="393192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197510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business domain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2468880"/>
            <a:ext cx="38679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package — UI, data client, manifest.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import + one entry in slices.ts.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renders nav from the manifest; it never reads a slice's internals.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 the array drives nav grouping by domain.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branch in the shell, no shared file to edit — just a new package.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slice, end to end — it mirrors the backend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(.NET)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03120" y="242316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57984" y="242316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record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2880360"/>
            <a:ext cx="344424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50664" y="242316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05528" y="242316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async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53784" y="2880360"/>
            <a:ext cx="344424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8208" y="242316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53072" y="242316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execute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01328" y="2880360"/>
            <a:ext cx="344424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45752" y="242316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E0A33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500616" y="242316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Trace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DecisionTrace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03120" y="420624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1FA97A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57984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state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206240" y="4663440"/>
            <a:ext cx="344424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154680" y="3337560"/>
            <a:ext cx="0" cy="868680"/>
          </a:xfrm>
          <a:prstGeom prst="line">
            <a:avLst/>
          </a:prstGeom>
          <a:noFill/>
          <a:ln w="15240">
            <a:solidFill>
              <a:srgbClr val="C9D4E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550664" y="420624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1FA97A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05528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| live API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53784" y="4663440"/>
            <a:ext cx="344424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02224" y="3337560"/>
            <a:ext cx="0" cy="868680"/>
          </a:xfrm>
          <a:prstGeom prst="line">
            <a:avLst/>
          </a:prstGeom>
          <a:noFill/>
          <a:ln w="15240">
            <a:solidFill>
              <a:srgbClr val="C9D4E5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998208" y="420624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1FA97A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053072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use case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101328" y="4663440"/>
            <a:ext cx="344424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49768" y="3337560"/>
            <a:ext cx="0" cy="868680"/>
          </a:xfrm>
          <a:prstGeom prst="line">
            <a:avLst/>
          </a:prstGeom>
          <a:noFill/>
          <a:ln w="15240">
            <a:solidFill>
              <a:srgbClr val="C9D4E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445752" y="4206240"/>
            <a:ext cx="2103120" cy="914400"/>
          </a:xfrm>
          <a:prstGeom prst="roundRect">
            <a:avLst>
              <a:gd name="adj" fmla="val 7000"/>
            </a:avLst>
          </a:prstGeom>
          <a:solidFill>
            <a:srgbClr val="E0A33B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500616" y="42062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+ Trace</a:t>
            </a:r>
            <a:endParaRPr lang="en-US" sz="12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JSON, rendered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497312" y="3337560"/>
            <a:ext cx="0" cy="868680"/>
          </a:xfrm>
          <a:prstGeom prst="line">
            <a:avLst/>
          </a:prstGeom>
          <a:noFill/>
          <a:ln w="15240">
            <a:solidFill>
              <a:srgbClr val="C9D4E5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DecisionTrace shape is the contract — the same JSON renders in the UI whether it came from the mock or the live API.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UI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Composable, resizable views — panels are values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126480" cy="40233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84248"/>
            <a:ext cx="579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panel registry + view-as-data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58568"/>
            <a:ext cx="579729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panels.tsx — each panel is a pluggable VALUE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panels: PanelDef[] = [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id:'headroom',  render: () =&gt; &lt;Stat … /&gt;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id:'appetite',  render: () =&gt; &lt;Meter … /&gt;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id:'hierarchy', render: () =&gt; &lt;…/&gt;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id:'deals',     render: () =&gt; &lt;…/&gt;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VIEW is DATA — the layout a user customizes: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layout = [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panelId:'headroom', w:4 }, { panelId:'appetite', w:8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panelId:'hierarchy', w:6 }, { panelId:'deals', w:6 },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32320" y="1874520"/>
            <a:ext cx="441655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0" y="1874520"/>
            <a:ext cx="82296" cy="402336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0" y="2011680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· resizable · customizable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2487168"/>
            <a:ext cx="386791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— register a panel; the shell never changes.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 — drag the edge or ± the width; size is just data.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 — add/remove panels per user; the view persists as config.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generic PanelFrame does title + resize + remove for ALL panels — chrome written once.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god component, no per-widget boilerplate, no layout library.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ANTI-BLOAT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OOP-UI bloat → the compositional antidote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08792" cy="914400"/>
        </p:xfrm>
        <a:graphic>
          <a:graphicData uri="http://schemas.openxmlformats.org/drawingml/2006/table">
            <a:tbl>
              <a:tblPr/>
              <a:tblGrid>
                <a:gridCol w="5449824"/>
                <a:gridCol w="545896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of bloat (classic OOP UI)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Compositional / functional antidote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 components / fat view-controllers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panels &amp; slices as values in a registry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trees (BaseWidget → …)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 — plain functions / records, no base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hardcoded inside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&amp; views are DATA the shell renders generically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Cross-cutting chrome copied per widget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generic frame: resize · title · remove · i18n,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sprawl (ifs for which view)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Registry lookup — add an entry, not a 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sprawl / prop drilling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Scoped state per slice / panel; data via small hooks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lesson as the backend: small, named, composable pieces + data-driven wiring. The shell stays tiny while the app grows.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05740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957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&amp; configure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4572000" cy="0"/>
          </a:xfrm>
          <a:prstGeom prst="line">
            <a:avLst/>
          </a:prstGeom>
          <a:noFill/>
          <a:ln w="25400">
            <a:solidFill>
              <a:srgbClr val="1FA9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5660136"/>
            <a:ext cx="3453384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Own the core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7784" y="5660136"/>
            <a:ext cx="3453384" cy="54864"/>
          </a:xfrm>
          <a:prstGeom prst="rect">
            <a:avLst/>
          </a:prstGeom>
          <a:solidFill>
            <a:srgbClr val="2B3F63"/>
          </a:solidFill>
          <a:ln/>
        </p:spPr>
      </p:sp>
      <p:sp>
        <p:nvSpPr>
          <p:cNvPr id="10" name="Text 8"/>
          <p:cNvSpPr/>
          <p:nvPr/>
        </p:nvSpPr>
        <p:spPr>
          <a:xfrm>
            <a:off x="4367784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Pluggable composition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5488" y="5660136"/>
            <a:ext cx="3453384" cy="5486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2" name="Text 10"/>
          <p:cNvSpPr/>
          <p:nvPr/>
        </p:nvSpPr>
        <p:spPr>
          <a:xfrm>
            <a:off x="8095488" y="5806440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Scale &amp; configure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SAME WAY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functionality drops in — the Deal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81051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51760" y="2130552"/>
            <a:ext cx="457200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08960" y="1810512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0F2143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63824" y="181051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Investable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2130552"/>
            <a:ext cx="457200" cy="0"/>
          </a:xfrm>
          <a:prstGeom prst="line">
            <a:avLst/>
          </a:prstGeom>
          <a:noFill/>
          <a:ln w="25400">
            <a:solidFill>
              <a:srgbClr val="9DB0C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77840" y="1810512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5B6B85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32704" y="1810512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046720" y="18105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by stage · + a new reusable Stepper in 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5852160" cy="31089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2852928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Stepper · Storybook story + design tokens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04672" y="3127248"/>
            <a:ext cx="5522976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new slice — board by stage: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slices/deal-pipeline  → +1 manifest, +1 line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new reusable element added to the core: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7FD1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Stepper } from '@atlas/core';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&lt;Stepper steps={stages} active={deal.stage} /&gt;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UI grows additively: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+1 slice  /  +1 component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0" y="2743200"/>
            <a:ext cx="469087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2743200"/>
            <a:ext cx="82296" cy="310896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8803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 to add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32320" y="3337560"/>
            <a:ext cx="41422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slice (deal-pipeline) — a board by stage, registered in one line.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reusable core element — a Stepper, with its own Storybook story.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reuse the owned tokens; no shell change, no new dependency.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grows additively: +1 slice / +1 component.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 by data, not code — own every layer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715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82296" cy="160020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7568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 &amp; tokens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4768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Tailwind preset (one file) — rebrand without touching a component.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7356" y="1874520"/>
            <a:ext cx="52715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1874520"/>
            <a:ext cx="82296" cy="160020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07568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surface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1676" y="2532888"/>
            <a:ext cx="4768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registry — add or remove a business domain by editing one array.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94760"/>
            <a:ext cx="52715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94760"/>
            <a:ext cx="82296" cy="1600200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9592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&amp; wiring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453128"/>
            <a:ext cx="4768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client backs each slice — Mock or Live — is a toggle, not a code change.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7356" y="3794760"/>
            <a:ext cx="5271516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7356" y="3794760"/>
            <a:ext cx="82296" cy="1600200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19" name="Text 17"/>
          <p:cNvSpPr/>
          <p:nvPr/>
        </p:nvSpPr>
        <p:spPr>
          <a:xfrm>
            <a:off x="6551676" y="3995928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51676" y="4453128"/>
            <a:ext cx="4768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 are served by the backend — add one as data (next slide).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908792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3212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knob is one we own — </a:t>
            </a:r>
            <a:pPr indent="0" marL="0">
              <a:buNone/>
            </a:pPr>
            <a:r>
              <a:rPr lang="en-US" sz="12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package lock-in: no Redux · react-query · axios · clsx · UI kit.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Backend-served i18n — add a language with zero FE change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6035040" cy="4023360"/>
          </a:xfrm>
          <a:prstGeom prst="rect">
            <a:avLst/>
          </a:prstGeom>
          <a:solidFill>
            <a:srgbClr val="0C1A30"/>
          </a:solidFill>
          <a:ln w="12700">
            <a:solidFill>
              <a:srgbClr val="2035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8424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backend is the source of truth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258568"/>
            <a:ext cx="5705856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/api/i18n/locales  -&gt; [{code,name}, …]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/api/i18n/{code}   -&gt; {code,name,entries}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(missing keys fall back to en)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7E93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drop a JSON on the backend = a new language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"Deutsch",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"entries": {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"nav.commitCapital": "Kapital zusagen",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"commit.title": "Kapital zusagen",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"hier.headroom": "Spielraum"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DCE7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07992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040880" y="1874520"/>
            <a:ext cx="82296" cy="4023360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0" y="201168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 just renders keys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487168"/>
            <a:ext cx="395935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@atlas/i18n fetches the locale list + catalog from the backend.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LocaleSwitcher lists whatever the backend offers — no language list in the FE.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call useT() / t("key"); strings are never hardcoded.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only English as an offline fallback.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 new locale JSON on the backend → picked up live — no rebuild, zero FE change.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F2143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3C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2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trade-offs — what this costs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08792" cy="914400"/>
        </p:xfrm>
        <a:graphic>
          <a:graphicData uri="http://schemas.openxmlformats.org/drawingml/2006/table">
            <a:tbl>
              <a:tblPr/>
              <a:tblGrid>
                <a:gridCol w="5449824"/>
                <a:gridCol w="545896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it's worth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4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the design system (vs buying a UI kit)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control a11y + theming, with no lock-in to a 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MUI → Tailwind migration is real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 incremental, component-by-component, behind the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pnpm + monorepo tooling to 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serious frontend — workspaces, one install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3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is a build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7A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CSS, owned tokens — no runtime UI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806440"/>
            <a:ext cx="10908792" cy="566928"/>
          </a:xfrm>
          <a:prstGeom prst="rect">
            <a:avLst/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5806440"/>
            <a:ext cx="10360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it's overkill:  </a:t>
            </a:r>
            <a:pPr indent="0" marL="0">
              <a:buNone/>
            </a:pPr>
            <a:r>
              <a:rPr lang="en-US" sz="1250" dirty="0">
                <a:solidFill>
                  <a:srgbClr val="44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tiny app, a single Vite app + a UI kit is fine.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Text 1"/>
          <p:cNvSpPr/>
          <p:nvPr/>
        </p:nvSpPr>
        <p:spPr>
          <a:xfrm>
            <a:off x="896112" y="457200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841248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UI that grows for years — without coupling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975104" cy="1051560"/>
          </a:xfrm>
          <a:prstGeom prst="roundRect">
            <a:avLst>
              <a:gd name="adj" fmla="val 6087"/>
            </a:avLst>
          </a:prstGeom>
          <a:solidFill>
            <a:srgbClr val="1FA97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2514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core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F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@atlas/core · tokens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15184" y="3040380"/>
            <a:ext cx="258318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73502" y="2514600"/>
            <a:ext cx="1975104" cy="1051560"/>
          </a:xfrm>
          <a:prstGeom prst="roundRect">
            <a:avLst>
              <a:gd name="adj" fmla="val 608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8366" y="2514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slices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package / domain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8606" y="3040380"/>
            <a:ext cx="258318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06924" y="2514600"/>
            <a:ext cx="1975104" cy="1051560"/>
          </a:xfrm>
          <a:prstGeom prst="roundRect">
            <a:avLst>
              <a:gd name="adj" fmla="val 608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1788" y="2514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shell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composes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82028" y="3040380"/>
            <a:ext cx="258318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340346" y="2514600"/>
            <a:ext cx="1975104" cy="1051560"/>
          </a:xfrm>
          <a:prstGeom prst="roundRect">
            <a:avLst>
              <a:gd name="adj" fmla="val 608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5210" y="2514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config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· tokens · i18n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15450" y="3040380"/>
            <a:ext cx="258318" cy="0"/>
          </a:xfrm>
          <a:prstGeom prst="line">
            <a:avLst/>
          </a:prstGeom>
          <a:noFill/>
          <a:ln w="25400">
            <a:solidFill>
              <a:srgbClr val="6E83A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73768" y="2514600"/>
            <a:ext cx="1975104" cy="1051560"/>
          </a:xfrm>
          <a:prstGeom prst="roundRect">
            <a:avLst>
              <a:gd name="adj" fmla="val 6087"/>
            </a:avLst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28632" y="2514600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→ trace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1605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Configurable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83864" y="416052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41605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Composable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27648" y="416052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41605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Ownable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171432" y="4160520"/>
            <a:ext cx="2377440" cy="658368"/>
          </a:xfrm>
          <a:prstGeom prst="roundRect">
            <a:avLst>
              <a:gd name="adj" fmla="val 50000"/>
            </a:avLst>
          </a:prstGeom>
          <a:solidFill>
            <a:srgbClr val="1B3460"/>
          </a:solidFill>
          <a:ln w="15240">
            <a:solidFill>
              <a:srgbClr val="1FA9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416052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A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516636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core + vertical slices + data-driven config. </a:t>
            </a:r>
            <a:pPr algn="ctr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is contained behind the core API, the slice registry, tokens and backend config — so new domains, components and languages all land without a rewrite. It mirrors the backend.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822960" cy="146304"/>
          </a:xfrm>
          <a:prstGeom prst="rect">
            <a:avLst/>
          </a:prstGeom>
          <a:solidFill>
            <a:srgbClr val="1FA97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783080"/>
            <a:ext cx="384048" cy="146304"/>
          </a:xfrm>
          <a:prstGeom prst="rect">
            <a:avLst/>
          </a:prstGeom>
          <a:solidFill>
            <a:srgbClr val="E0A3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Atlas UI as an owned core + one slice per domain.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5760720" cy="0"/>
          </a:xfrm>
          <a:prstGeom prst="line">
            <a:avLst/>
          </a:prstGeom>
          <a:noFill/>
          <a:ln w="19050">
            <a:solidFill>
              <a:srgbClr val="1B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owned design system, vertical slices, and data-driven config: a frontend that grows for years and mirrors the backend.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1B3460"/>
          </a:solidFill>
          <a:ln w="12700">
            <a:solidFill>
              <a:srgbClr val="27406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8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525780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web &amp;&amp; pnpm dev</a:t>
            </a:r>
            <a:pPr indent="0" marL="0">
              <a:buNone/>
            </a:pPr>
            <a:r>
              <a:rPr lang="en-US" sz="1300" b="1" dirty="0">
                <a:solidFill>
                  <a:srgbClr val="1FA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Storybook: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-C web --filter @atlas/core storybook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Frontend architecture — owned core + vertical slices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311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the Atlas frontend</dc:title>
  <dc:subject>PptxGenJS Presentation</dc:subject>
  <dc:creator>Atlas Engineering</dc:creator>
  <cp:lastModifiedBy>Atlas Engineering</cp:lastModifiedBy>
  <cp:revision>1</cp:revision>
  <dcterms:created xsi:type="dcterms:W3CDTF">2026-09-04T21:27:53Z</dcterms:created>
  <dcterms:modified xsi:type="dcterms:W3CDTF">2026-09-04T21:27:53Z</dcterms:modified>
</cp:coreProperties>
</file>