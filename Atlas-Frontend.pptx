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8288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the Atlas frontend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pluggable, scalable UI — owned core + one vertical slice per domain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4526280"/>
            <a:ext cx="5760720" cy="0"/>
          </a:xfrm>
          <a:prstGeom prst="line">
            <a:avLst/>
          </a:prstGeom>
          <a:noFill/>
          <a:ln w="19050">
            <a:solidFill>
              <a:srgbClr val="1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663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 · Vite · MUI 9 behind an owned API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workspace · @atlas/core · vertical slices · backend-served i18n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8AA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design review · June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runs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82296" cy="84124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112264"/>
            <a:ext cx="457200" cy="4572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45920" y="1920240"/>
            <a:ext cx="9628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core    </a:t>
            </a:r>
            <a:pPr indent="0" marL="0">
              <a:buNone/>
            </a:pPr>
            <a:r>
              <a:rPr lang="en-US" sz="13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UIs bloat, the monorepo shape, and the design system you own.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962656"/>
            <a:ext cx="1090879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962656"/>
            <a:ext cx="82296" cy="84124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154680"/>
            <a:ext cx="457200" cy="4572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9628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composition    </a:t>
            </a:r>
            <a:pPr indent="0" marL="0">
              <a:buNone/>
            </a:pPr>
            <a:r>
              <a:rPr lang="en-US" sz="13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 &amp; panels register themselves; views are data; one frame does the chrome.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005072"/>
            <a:ext cx="1090879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005072"/>
            <a:ext cx="82296" cy="84124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4197096"/>
            <a:ext cx="457200" cy="4572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97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45920" y="4005072"/>
            <a:ext cx="9628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&amp; configure    </a:t>
            </a:r>
            <a:pPr indent="0" marL="0">
              <a:buNone/>
            </a:pPr>
            <a:r>
              <a:rPr lang="en-US" sz="13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domains drop in, config is data, and i18n is a backend capability — versioned and audited.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5157216"/>
            <a:ext cx="10908792" cy="603504"/>
          </a:xfrm>
          <a:prstGeom prst="rect">
            <a:avLst/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5157216"/>
            <a:ext cx="10360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Atlas UI as owned core + vertical slices.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core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3453384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Own the core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4367784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Pluggable composition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5488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8095488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Scale &amp; configure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apps bloat too — the same rot, in the browser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Vite app plus a bought UI kit starts fast — then accretes the familiar weight as domains and teams pile 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25796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48840"/>
            <a:ext cx="82296" cy="36576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860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UI accretes weight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46771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components — one screen owns fetch, state, layout &amp; rules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inheritance (BaseWidget → …) nobody dares touch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hard-coded inside components — no reuse, no config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Prop-drilling and sprawling shared state across the tree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chrome (title, resize, i18n) copied per widget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3076" y="2148840"/>
            <a:ext cx="5225796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23076" y="2148840"/>
            <a:ext cx="82296" cy="3657600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2" name="Text 10"/>
          <p:cNvSpPr/>
          <p:nvPr/>
        </p:nvSpPr>
        <p:spPr>
          <a:xfrm>
            <a:off x="6597396" y="22860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compounds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97396" y="2788920"/>
            <a:ext cx="467715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UI kit used raw is a dependency every screen depends on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domain edits the same shell — merge pain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seam to migrate a component without a big-bang rewrite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screen means a branch, not an entry in a registry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10th domain costs far more than the 1st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pnpm monorepo — shared core + one package per domain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business domain is a vertical slice: a package owning its UI, data client, and manifest. A thin app shell composes them.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82296" cy="310896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963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packages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68680" y="292608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@atlas/core — owned API over MUI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70332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70332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@atlas/contracts — types + seed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4480560"/>
            <a:ext cx="2926080" cy="621792"/>
          </a:xfrm>
          <a:prstGeom prst="roundRect">
            <a:avLst>
              <a:gd name="adj" fmla="val 8824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48056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@atlas/i18n · @atlas/platform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0560" y="2331720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80560" y="2331720"/>
            <a:ext cx="82296" cy="310896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24963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 slices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926080"/>
            <a:ext cx="3108960" cy="621792"/>
          </a:xfrm>
          <a:prstGeom prst="roundRect">
            <a:avLst>
              <a:gd name="adj" fmla="val 8824"/>
            </a:avLst>
          </a:prstGeom>
          <a:solidFill>
            <a:srgbClr val="ECF7F1"/>
          </a:solidFill>
          <a:ln w="12700">
            <a:solidFill>
              <a:srgbClr val="CBE8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92608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slices/commit-capital · appetite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3703320"/>
            <a:ext cx="3108960" cy="621792"/>
          </a:xfrm>
          <a:prstGeom prst="roundRect">
            <a:avLst>
              <a:gd name="adj" fmla="val 8824"/>
            </a:avLst>
          </a:prstGeom>
          <a:solidFill>
            <a:srgbClr val="ECF7F1"/>
          </a:solidFill>
          <a:ln w="12700">
            <a:solidFill>
              <a:srgbClr val="CBE8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70332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slices/deal-pipeline · coinvestment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4480560"/>
            <a:ext cx="3108960" cy="621792"/>
          </a:xfrm>
          <a:prstGeom prst="roundRect">
            <a:avLst>
              <a:gd name="adj" fmla="val 8824"/>
            </a:avLst>
          </a:prstGeom>
          <a:solidFill>
            <a:srgbClr val="ECF7F1"/>
          </a:solidFill>
          <a:ln w="12700">
            <a:solidFill>
              <a:srgbClr val="CBE8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44805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slices/workspace · translations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03920" y="2331720"/>
            <a:ext cx="30449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0" y="2331720"/>
            <a:ext cx="82296" cy="3108960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26" name="Text 24"/>
          <p:cNvSpPr/>
          <p:nvPr/>
        </p:nvSpPr>
        <p:spPr>
          <a:xfrm>
            <a:off x="8732520" y="2496312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Shell app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732520" y="2898648"/>
            <a:ext cx="2587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apps/atlas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732520" y="3355848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slices, renders the nav, hosts the theme / language / data-source switchers. Adding a domain is one line in slices.ts.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78224" y="3886200"/>
            <a:ext cx="347472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101584" y="3886200"/>
            <a:ext cx="347472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40080" y="564184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 depend on the shared packages  →  the app shell composes the slices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= the design system you OWN — MUI behind our API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94360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38528"/>
            <a:ext cx="5614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props for the slices, MUI underneath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561441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every slice imports only the stable API: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Button, DataGrid, Meter } from '@atlas/core';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core/index.ts — the ONLY public entry point: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{ Button } from './controls/Button';   // wraps MUI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{ Box, Stack, Grid } from '@mui/material'; // endorsed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one theme, three modes — every component reads it: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&lt;AtlasThemeProvider&gt;   // light | dark | contrast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&lt;ThemeSwitcher /&gt;    // restyles the whole app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949440" y="1828800"/>
            <a:ext cx="459943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949440" y="1828800"/>
            <a:ext cx="82296" cy="187452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0" name="Text 8"/>
          <p:cNvSpPr/>
          <p:nvPr/>
        </p:nvSpPr>
        <p:spPr>
          <a:xfrm>
            <a:off x="7205472" y="1975104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core owns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05472" y="2359152"/>
            <a:ext cx="4096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 API the slices code against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theme: light / dark / high contrast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DataGrid defaults: compact, paginated, quick filter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3886200"/>
            <a:ext cx="4599432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49440" y="3886200"/>
            <a:ext cx="82296" cy="187452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4" name="Text 12"/>
          <p:cNvSpPr/>
          <p:nvPr/>
        </p:nvSpPr>
        <p:spPr>
          <a:xfrm>
            <a:off x="7205472" y="4032504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MUI provides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05472" y="4416552"/>
            <a:ext cx="4096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primitives + the X DataGrid (community)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styling, driven by the theme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Upgradable — or replaceable — behind the seam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08792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53212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 import @atlas/core, never @mui — </a:t>
            </a:r>
            <a:pPr indent="0" marL="0">
              <a:buNone/>
            </a:pPr>
            <a:r>
              <a:rPr lang="en-US" sz="12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code holds no styling, so the implementation can move again.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composition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Own the core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5660136"/>
            <a:ext cx="3453384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4367784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Pluggable composition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5488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8095488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Scale &amp; configure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SLICE REGISTRY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shell knows nothing about a slice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612648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38528"/>
            <a:ext cx="5797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shell only consumes the manifest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579729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apps/atlas/src/slices.ts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 { SliceManifest } from '@atlas/platform';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manifest as commitCapital 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'@atlas/slice-commit-capital';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manifest as appetite 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'@atlas/slice-appetite';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…deal-pipeline, coinvestment, workspace, translations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registry: add a domain = +1 line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const slices: SliceManifest[] = [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commitCapital, appetite, dealPipeline,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coinvestment, workspace, translations,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132320" y="1828800"/>
            <a:ext cx="441655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0" y="1828800"/>
            <a:ext cx="82296" cy="393192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0" y="197510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business domain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06640" y="2468880"/>
            <a:ext cx="3867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package — UI, data client, manifest.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import + one entry in slices.ts.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renders nav from the manifest; it never reads a slice's internals.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in the array drives nav grouping by domain.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branch in the shell, no shared file to edit — just a new package.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slice, end to end — it mirrors the backend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F2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(.NET)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03120" y="242316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157984" y="242316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06240" y="288036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50664" y="242316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05528" y="242316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named, async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53784" y="288036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98208" y="242316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53072" y="242316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→ execute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01328" y="288036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45752" y="242316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E0A33B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500616" y="242316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Trace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DecisionTrace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(React)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03120" y="420624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157984" y="42062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state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06240" y="466344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154680" y="3337560"/>
            <a:ext cx="0" cy="868680"/>
          </a:xfrm>
          <a:prstGeom prst="line">
            <a:avLst/>
          </a:prstGeom>
          <a:noFill/>
          <a:ln w="15240">
            <a:solidFill>
              <a:srgbClr val="C9D4E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550664" y="420624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05528" y="42062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| live API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53784" y="466344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02224" y="3337560"/>
            <a:ext cx="0" cy="868680"/>
          </a:xfrm>
          <a:prstGeom prst="line">
            <a:avLst/>
          </a:prstGeom>
          <a:noFill/>
          <a:ln w="15240">
            <a:solidFill>
              <a:srgbClr val="C9D4E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998208" y="420624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53072" y="42062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use case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01328" y="4663440"/>
            <a:ext cx="344424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9768" y="3337560"/>
            <a:ext cx="0" cy="868680"/>
          </a:xfrm>
          <a:prstGeom prst="line">
            <a:avLst/>
          </a:prstGeom>
          <a:noFill/>
          <a:ln w="15240">
            <a:solidFill>
              <a:srgbClr val="C9D4E5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445752" y="4206240"/>
            <a:ext cx="2103120" cy="914400"/>
          </a:xfrm>
          <a:prstGeom prst="roundRect">
            <a:avLst>
              <a:gd name="adj" fmla="val 7000"/>
            </a:avLst>
          </a:prstGeom>
          <a:solidFill>
            <a:srgbClr val="E0A33B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500616" y="42062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+ Trace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JSON, rendered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497312" y="3337560"/>
            <a:ext cx="0" cy="868680"/>
          </a:xfrm>
          <a:prstGeom prst="line">
            <a:avLst/>
          </a:prstGeom>
          <a:noFill/>
          <a:ln w="15240">
            <a:solidFill>
              <a:srgbClr val="C9D4E5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DecisionTrace shape is the contract — the same JSON renders in the UI whether it came from the mock or the live API.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UI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Composable, resizable views — panels are values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126480" cy="40233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84248"/>
            <a:ext cx="5797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panel registry + view-as-data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58568"/>
            <a:ext cx="5797296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panels.tsx — each panel is a pluggable VALUE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const panels: PanelDef[] = [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id:'headroom',  render: () =&gt; &lt;Stat … /&gt;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id:'appetite',  render: () =&gt; &lt;Meter … /&gt;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id:'hierarchy', render: () =&gt; &lt;…/&gt;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id:'deals',     render: () =&gt; &lt;…/&gt;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VIEW is DATA — the layout a user customizes: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layout = [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panelId:'headroom', w:4 }, { panelId:'appetite', w:8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panelId:'hierarchy', w:6 }, { panelId:'deals', w:6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132320" y="1874520"/>
            <a:ext cx="4416552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0" y="1874520"/>
            <a:ext cx="82296" cy="402336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0" y="20116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· resizable · customizable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06640" y="2487168"/>
            <a:ext cx="3867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— register a panel; the shell never changes.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Resizable — drag the edge or ± the width; size is just data.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— add/remove panels per user; the view persists as config.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generic PanelFrame does title + resize + remove for ALL panels — chrome written once.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god component, no per-widget boilerplate, no layout library.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ANTI-BLOAT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OOP-UI bloat → the compositional antidote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5449824"/>
                <a:gridCol w="545896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 of bloat (classic OOP UI)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Compositional / functional antidote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 components / fat view-controllers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panels &amp; slices as values in a registry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Inheritance trees (BaseWidget → 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 — plain functions / records, no base classes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hardcoded inside 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&amp; views are DATA the shell renders generically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Cross-cutting chrome copied per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generic frame: resize · title · remove · i18n, once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sprawl (ifs for which 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 lookup — add an entry, not a branch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sprawl / prop drilling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Scoped state per slice / panel; data via small hooks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lesson as the backend: small, named, composable pieces + data-driven wiring. The shell stays tiny while the app grows.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&amp; configure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Own the core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5660136"/>
            <a:ext cx="3453384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4367784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Pluggable composition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5488" y="5660136"/>
            <a:ext cx="3453384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2" name="Text 10"/>
          <p:cNvSpPr/>
          <p:nvPr/>
        </p:nvSpPr>
        <p:spPr>
          <a:xfrm>
            <a:off x="8095488" y="5806440"/>
            <a:ext cx="3453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Scale &amp; configure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THE SAME WAY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functionality drops in — the Deal Pipeline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94944" y="181051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51760" y="2130552"/>
            <a:ext cx="457200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08960" y="1810512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63824" y="181051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20640" y="2130552"/>
            <a:ext cx="457200" cy="0"/>
          </a:xfrm>
          <a:prstGeom prst="line">
            <a:avLst/>
          </a:prstGeom>
          <a:noFill/>
          <a:ln w="25400">
            <a:solidFill>
              <a:srgbClr val="9DB0C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77840" y="1810512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5B6B85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32704" y="1810512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0" y="1810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by stage · + a new reusable Stepper in 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5852160" cy="31089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2852928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Stepper · Storybook story · styled by the theme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4672" y="3127248"/>
            <a:ext cx="552297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new slice — board by stage: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slices/deal-pipeline  → +1 manifest, +1 line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new reusable element added to the core: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Stepper } from '@atlas/core';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&lt;Stepper steps={stages} active={deal.stage} /&gt;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UI grows additively: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+1 slice  /  +1 component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743200"/>
            <a:ext cx="469087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0" y="2743200"/>
            <a:ext cx="82296" cy="310896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288036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cost to add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3337560"/>
            <a:ext cx="41422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slice (deal-pipeline) — a board by stage, registered in one line.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reusable core element — a Stepper, with its own Storybook story.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read the one theme; no shell change, no new dependency.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grows additively: +1 slice / +1 component.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 by data, not code — own every layer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151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82296" cy="16002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7568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532888"/>
            <a:ext cx="4768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theme, three modes — light / dark / high contrast. Every component reads it, so the switcher restyles the whole app.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1874520"/>
            <a:ext cx="527151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1874520"/>
            <a:ext cx="82296" cy="16002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1" name="Text 9"/>
          <p:cNvSpPr/>
          <p:nvPr/>
        </p:nvSpPr>
        <p:spPr>
          <a:xfrm>
            <a:off x="6551676" y="207568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surface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1676" y="2532888"/>
            <a:ext cx="4768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slice registry — add or remove a business domain by editing one array.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527151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794760"/>
            <a:ext cx="82296" cy="1600200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9592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&amp; wiring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453128"/>
            <a:ext cx="4768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client backs each slice — Mock or Live — is a toggle, not a code change.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7356" y="3794760"/>
            <a:ext cx="5271516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7356" y="3794760"/>
            <a:ext cx="82296" cy="16002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9" name="Text 17"/>
          <p:cNvSpPr/>
          <p:nvPr/>
        </p:nvSpPr>
        <p:spPr>
          <a:xfrm>
            <a:off x="6551676" y="399592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51676" y="4453128"/>
            <a:ext cx="4768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Translations are served, versioned and audited by the backend — add or edit one as data (next slide).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532120"/>
            <a:ext cx="10908792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53212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knob is one we own — </a:t>
            </a:r>
            <a:pPr indent="0" marL="0">
              <a:buNone/>
            </a:pPr>
            <a:r>
              <a:rPr lang="en-US" sz="12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package lock-in: no Redux · react-query · axios · clsx; MUI sits behind an API we own.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Backend-served i18n — versioned, audited, zero FE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035040" cy="40233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84248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backend is the source of truth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58568"/>
            <a:ext cx="5705856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 — the app and the LocaleSwitcher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/api/i18n/locales           enabled, default first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/api/i18n/{code}            merged over its fallback chain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/api/i18n/{code}/versions   history, newest first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write — every call mints a version + one audit line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 /api/i18n/{code}/entries/{key}    If-Match: "N"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 /api/i18n/{code}/entries/{key}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/api/i18n/{code}/rollback         restore = a NEW version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 /api/i18n/config                  enable · disable · fallback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/api/i18n/audit        who · when · what · before · after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storage: JSON on disk — no database, no packages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i18n/de.json  _history/de/3.json  _audit.jsonl  _config.json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040880" y="1874520"/>
            <a:ext cx="4507992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0" y="1874520"/>
            <a:ext cx="82296" cy="402336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116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FE renders keys; the backend owns them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0" y="2487168"/>
            <a:ext cx="395935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@atlas/i18n fetches the locale list + catalog; the LocaleSwitcher lists whatever the backend offers.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call useT() / t("key"); strings are never hardcoded. Only English ships offline.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Versioned: every edit is a new version in an append-only history; rollback is another version.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+ audited: enable/disable locales, set the fallback chain; who · when · what · before · after · reason.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Translations slice administers it all — catalog, versions, audit, locales — from the same core API.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VIEW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trade-offs — what this costs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5449824"/>
                <a:gridCol w="5458968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worth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Owning the API over MUI (vs using the kit raw)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control the API, a11y and theming; every new need goes through core first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theme is the only styling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modes for free; a hard-coded colour breaks contrast mode — Storybook shows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pnpm + monorepo tooling to learn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serious frontend — workspaces, one install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 (+ Emotion) stays a runtime dependency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dependency, behind a seam slices never cross — upgraded or swapped in one 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806440"/>
            <a:ext cx="10908792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80644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overkill:  </a:t>
            </a:r>
            <a:pPr indent="0" marL="0">
              <a:buNone/>
            </a:pPr>
            <a:r>
              <a:rPr lang="en-US" sz="12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tiny app, a single Vite app + a UI kit used raw is fine.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UI that grows for years — without coupling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1975104" cy="1051560"/>
          </a:xfrm>
          <a:prstGeom prst="roundRect">
            <a:avLst>
              <a:gd name="adj" fmla="val 6087"/>
            </a:avLst>
          </a:prstGeom>
          <a:solidFill>
            <a:srgbClr val="1FA97A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514600"/>
            <a:ext cx="1865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core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6F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@atlas/core · one theme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15184" y="3040380"/>
            <a:ext cx="258318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73502" y="2514600"/>
            <a:ext cx="1975104" cy="1051560"/>
          </a:xfrm>
          <a:prstGeom prst="roundRect">
            <a:avLst>
              <a:gd name="adj" fmla="val 608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8366" y="2514600"/>
            <a:ext cx="1865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slices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package / domain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8606" y="3040380"/>
            <a:ext cx="258318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06924" y="2514600"/>
            <a:ext cx="1975104" cy="1051560"/>
          </a:xfrm>
          <a:prstGeom prst="roundRect">
            <a:avLst>
              <a:gd name="adj" fmla="val 608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61788" y="2514600"/>
            <a:ext cx="1865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shell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composes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82028" y="3040380"/>
            <a:ext cx="258318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340346" y="2514600"/>
            <a:ext cx="1975104" cy="1051560"/>
          </a:xfrm>
          <a:prstGeom prst="roundRect">
            <a:avLst>
              <a:gd name="adj" fmla="val 608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95210" y="2514600"/>
            <a:ext cx="1865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config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· theme · i18n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315450" y="3040380"/>
            <a:ext cx="258318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573768" y="2514600"/>
            <a:ext cx="1975104" cy="1051560"/>
          </a:xfrm>
          <a:prstGeom prst="roundRect">
            <a:avLst>
              <a:gd name="adj" fmla="val 608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8632" y="2514600"/>
            <a:ext cx="1865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backend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→ trace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16052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1605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Configurable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483864" y="416052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41605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27648" y="416052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1605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Ownable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171432" y="416052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71432" y="41605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core + vertical slices + data-driven config. </a:t>
            </a:r>
            <a:pPr algn="ctr"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is contained behind the core API, its theme, the slice registry and backend config — so new domains, components, modes and languages all land without a rewrite. It mirrors the backend.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78308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03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Atlas UI as an owned core + one slice per domain.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5760720" cy="0"/>
          </a:xfrm>
          <a:prstGeom prst="line">
            <a:avLst/>
          </a:prstGeom>
          <a:noFill/>
          <a:ln w="19050">
            <a:solidFill>
              <a:srgbClr val="1B34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43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 design system, vertical slices, and data-driven config: a frontend that grows for years and mirrors the backend.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525780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web &amp;&amp; pnpm dev</a:t>
            </a:r>
            <a:pPr indent="0" marL="0">
              <a:buNone/>
            </a:pPr>
            <a:r>
              <a:rPr lang="en-US" sz="13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Storybook: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-C web --filter @atlas/core storybook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Frontend architecture — owned core + vertical slices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the Atlas frontend</dc:title>
  <dc:subject>PptxGenJS Presentation</dc:subject>
  <dc:creator>Atlas Engineering</dc:creator>
  <cp:lastModifiedBy>Atlas Engineering</cp:lastModifiedBy>
  <cp:revision>1</cp:revision>
  <dcterms:created xsi:type="dcterms:W3CDTF">2026-09-05T09:04:40Z</dcterms:created>
  <dcterms:modified xsi:type="dcterms:W3CDTF">2026-09-05T09:04:40Z</dcterms:modified>
</cp:coreProperties>
</file>